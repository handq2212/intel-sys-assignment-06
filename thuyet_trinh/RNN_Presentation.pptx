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Vanilla RNN: Từ Lý Thuyết Tới Thực Hành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Quá trình Training, Forward, Backpropagation &amp; Triệt tiêu đạo hàm</a:t>
            </a:r>
          </a:p>
          <a:p>
            <a:r>
              <a:t>Cài đặt bằng NumPy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Kiến trúc mạng Vanilla RNN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Một cell Vanilla RNN duy trì một 'trạng thái ẩn' (hidden state) h_t qua từng bước thời gian t.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Các tham số cần huấn luyện:</a:t>
            </a:r>
          </a:p>
          <a:p>
            <a:pPr>
              <a:defRPr sz="1800"/>
            </a:pPr>
            <a:r>
              <a:t>- W: Trọng số chuyển đổi Input (x_t) vào Hidden state.</a:t>
            </a:r>
          </a:p>
          <a:p>
            <a:pPr>
              <a:defRPr sz="1800"/>
            </a:pPr>
            <a:r>
              <a:t>- U: Trọng số chuyển đổi Hidden state cũ (h_{t-1}) sang Hidden state mới (h_t).</a:t>
            </a:r>
          </a:p>
          <a:p>
            <a:pPr>
              <a:defRPr sz="1800"/>
            </a:pPr>
            <a:r>
              <a:t>- V: Trọng số chuyển đổi Hidden state (h_t) thành Output (y_t).</a:t>
            </a:r>
          </a:p>
          <a:p>
            <a:pPr>
              <a:defRPr sz="1800"/>
            </a:pPr>
            <a:r>
              <a:t>- b_h, b_y: Bias cho Hidden state và Output.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03366"/>
                </a:solidFill>
                <a:latin typeface="Courier New"/>
              </a:defRPr>
            </a:pPr>
            <a:r>
              <a:t>class VanillaRNN:</a:t>
            </a:r>
            <a:br/>
            <a:r>
              <a:t>    def __init__(self, input_size, hidden_size, output_size):</a:t>
            </a:r>
            <a:br/>
            <a:r>
              <a:t>        # W: input -&gt; hidden</a:t>
            </a:r>
            <a:br/>
            <a:r>
              <a:t>        self.W = np.random.randn(hidden_size, input_size) * np.sqrt(2.0 / (input_size + hidden_size))</a:t>
            </a:r>
            <a:br/>
            <a:r>
              <a:t>        # U: hidden -&gt; hidden</a:t>
            </a:r>
            <a:br/>
            <a:r>
              <a:t>        self.U = np.random.randn(hidden_size, hidden_size) * np.sqrt(1.0 / hidden_size)</a:t>
            </a:r>
            <a:br/>
            <a:r>
              <a:t>        # V: hidden -&gt; output</a:t>
            </a:r>
            <a:br/>
            <a:r>
              <a:t>        self.V = np.random.randn(output_size, hidden_size) * np.sqrt(2.0 / (hidden_size + output_size))</a:t>
            </a:r>
            <a:br/>
            <a:r>
              <a:t>        self.b_h = np.zeros((hidden_size, 1))</a:t>
            </a:r>
            <a:br/>
            <a:r>
              <a:t>        self.b_y = np.zeros((output_size, 1))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Lan truyền xuôi (Forward Pass) - Lý thuyết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Lan truyền xuôi (Forward Pass) truyền một chuỗi đầu vào qua mạng RNN. Ở mỗi bước thời gian t: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Cập nhật trạng thái ẩn (Hidden State):</a:t>
            </a:r>
          </a:p>
          <a:p>
            <a:pPr>
              <a:defRPr sz="1800"/>
            </a:pPr>
            <a:r>
              <a:t>   h_t = tanh(U*h_{t-1} + W*x_t + b_h)</a:t>
            </a:r>
          </a:p>
          <a:p>
            <a:pPr>
              <a:defRPr sz="1800"/>
            </a:pPr>
            <a:r>
              <a:t>   * Hàm tanh giúp nén các giá trị vào khoảng [-1, 1].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Tính toán đầu ra dự đoán (Output):</a:t>
            </a:r>
          </a:p>
          <a:p>
            <a:pPr>
              <a:defRPr sz="1800"/>
            </a:pPr>
            <a:r>
              <a:t>   y_pred_t = V*h_t + b_y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Lưu trữ Caches:</a:t>
            </a:r>
          </a:p>
          <a:p>
            <a:pPr>
              <a:defRPr sz="1800"/>
            </a:pPr>
            <a:r>
              <a:t>   Lưu lại x_t, h_t để dùng cho Backpropagation.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Lan truyền xuôi (Forward Pass) - Code NumPy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03366"/>
                </a:solidFill>
                <a:latin typeface="Courier New"/>
              </a:defRPr>
            </a:pPr>
            <a:r>
              <a:t>def forward(self, x_seq):</a:t>
            </a:r>
            <a:br/>
            <a:r>
              <a:t>    h_states = {}</a:t>
            </a:r>
            <a:br/>
            <a:r>
              <a:t>    h_states[-1] = np.zeros((self.hidden_dim, 1))</a:t>
            </a:r>
            <a:br/>
            <a:br/>
            <a:r>
              <a:t>    for t in range(len(x_seq)):</a:t>
            </a:r>
            <a:br/>
            <a:r>
              <a:t>        x_t = np.array(x_seq[t]).reshape(-1, 1)</a:t>
            </a:r>
            <a:br/>
            <a:r>
              <a:t>        a_t = np.dot(self.W, x_t) + np.dot(self.U, h_states[t-1]) + self.b_h</a:t>
            </a:r>
            <a:br/>
            <a:r>
              <a:t>        h_t = np.tanh(a_t)</a:t>
            </a:r>
            <a:br/>
            <a:r>
              <a:t>        h_states[t] = h_t</a:t>
            </a:r>
            <a:br/>
            <a:br/>
            <a:r>
              <a:t>    # Dự đoán đầu ra ở time-step cuối</a:t>
            </a:r>
            <a:br/>
            <a:r>
              <a:t>    y_pred = np.dot(self.V, h_states[len(x_seq)-1]) + self.b_y</a:t>
            </a:r>
            <a:br/>
            <a:r>
              <a:t>    return y_pred, h_states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Lan truyền ngược qua thời gian (BPTT) - Gradient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Lan truyền ngược qua thời gian (BPTT - Backpropagation Through Time)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Tính đạo hàm Loss theo từng trọng số (W, U, V) bằng Chain Rule qua từng time-step.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Hàm mất mát MSE: L = 0.5 * (y_pred - y_true)^2</a:t>
            </a:r>
          </a:p>
          <a:p>
            <a:pPr>
              <a:defRPr sz="1800"/>
            </a:pPr>
            <a:r>
              <a:t>   =&gt; dL/dy_pred = y_pred - y_true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Gradient tại lớp Output:</a:t>
            </a:r>
          </a:p>
          <a:p>
            <a:pPr>
              <a:defRPr sz="1800"/>
            </a:pPr>
            <a:r>
              <a:t>   dV = (dL/dy_pred) * h_T^T</a:t>
            </a:r>
          </a:p>
          <a:p>
            <a:pPr>
              <a:defRPr sz="1800"/>
            </a:pPr>
            <a:r>
              <a:t>   db_y = dL/dy_pred</a:t>
            </a:r>
          </a:p>
          <a:p>
            <a:pPr>
              <a:defRPr sz="1800"/>
            </a:pPr>
            <a:r>
              <a:t>   dh_T = V^T * (dL/dy_pred) (truyền ngược về h_T)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Lan truyền ngược qua các Time-Step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Lan truyền ngược qua các Time-Step (từ t = T về t = 1):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Đạo hàm của tanh(a_t) là 1 - h_t^2.</a:t>
            </a:r>
          </a:p>
          <a:p>
            <a:pPr>
              <a:defRPr sz="1800"/>
            </a:pPr>
            <a:r>
              <a:t>Tại mỗi bước t:</a:t>
            </a:r>
          </a:p>
          <a:p>
            <a:pPr>
              <a:defRPr sz="1800"/>
            </a:pPr>
            <a:r>
              <a:t>1. Gradient tại a_t: dh_raw = dh_t * (1 - h_t^2)</a:t>
            </a:r>
          </a:p>
          <a:p>
            <a:pPr>
              <a:defRPr sz="1800"/>
            </a:pPr>
            <a:r>
              <a:t>2. Tích lũy gradient cho các trọng số:</a:t>
            </a:r>
          </a:p>
          <a:p>
            <a:pPr>
              <a:defRPr sz="1800"/>
            </a:pPr>
            <a:r>
              <a:t>   dW += dh_raw * x_t^T</a:t>
            </a:r>
          </a:p>
          <a:p>
            <a:pPr>
              <a:defRPr sz="1800"/>
            </a:pPr>
            <a:r>
              <a:t>   dU += dh_raw * h_{t-1}^T</a:t>
            </a:r>
          </a:p>
          <a:p>
            <a:pPr>
              <a:defRPr sz="1800"/>
            </a:pPr>
            <a:r>
              <a:t>   db_h += dh_raw</a:t>
            </a:r>
          </a:p>
          <a:p>
            <a:pPr>
              <a:defRPr sz="1800"/>
            </a:pPr>
            <a:r>
              <a:t>3. Lan truyền về hidden state trước đó:</a:t>
            </a:r>
          </a:p>
          <a:p>
            <a:pPr>
              <a:defRPr sz="1800"/>
            </a:pPr>
            <a:r>
              <a:t>   dh_{t-1} = U^T * dh_raw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Lan truyền ngược (Backpropagation) - Code (Phần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03366"/>
                </a:solidFill>
                <a:latin typeface="Courier New"/>
              </a:defRPr>
            </a:pPr>
            <a:r>
              <a:t>def backward(self, x_seq, y_true, y_pred, h_states):</a:t>
            </a:r>
            <a:br/>
            <a:r>
              <a:t>    dW, dU, dV = np.zeros_like(self.W), np.zeros_like(self.U), np.zeros_like(self.V)</a:t>
            </a:r>
            <a:br/>
            <a:r>
              <a:t>    db_h, db_y = np.zeros_like(self.b_h), np.zeros_like(self.b_y)</a:t>
            </a:r>
            <a:br/>
            <a:br/>
            <a:r>
              <a:t>    dy = y_pred - y_true</a:t>
            </a:r>
            <a:br/>
            <a:r>
              <a:t>    T = len(x_seq)</a:t>
            </a:r>
            <a:br/>
            <a:r>
              <a:t>    h_T = h_states[T - 1].reshape(-1, 1)</a:t>
            </a:r>
            <a:br/>
            <a:br/>
            <a:r>
              <a:t>    # Gradient cho V, b_y và h_T</a:t>
            </a:r>
            <a:br/>
            <a:r>
              <a:t>    dV = np.dot(dy, h_T.T)</a:t>
            </a:r>
            <a:br/>
            <a:r>
              <a:t>    db_y = dy.reshape(self.b_y.shape)</a:t>
            </a:r>
            <a:br/>
            <a:r>
              <a:t>    dh_next = np.dot(self.V.T, dy)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Lan truyền ngược (Backpropagation) - Code (Phần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03366"/>
                </a:solidFill>
                <a:latin typeface="Courier New"/>
              </a:defRPr>
            </a:pPr>
            <a:r>
              <a:t>    # Vòng lặp BPTT từ T-1 về 0</a:t>
            </a:r>
            <a:br/>
            <a:r>
              <a:t>    for t in reversed(range(T)):</a:t>
            </a:r>
            <a:br/>
            <a:r>
              <a:t>        h_t = h_states[t].reshape(-1, 1)</a:t>
            </a:r>
            <a:br/>
            <a:r>
              <a:t>        dh_raw = (1.0 - h_t**2) * dh_next</a:t>
            </a:r>
            <a:br/>
            <a:r>
              <a:t>        x_t = np.array(x_seq[t]).reshape(-1, 1)</a:t>
            </a:r>
            <a:br/>
            <a:r>
              <a:t>        h_prev = h_states[t-1].reshape(-1, 1) if t &gt; 0 else np.zeros((self.hidden_dim, 1))</a:t>
            </a:r>
            <a:br/>
            <a:br/>
            <a:r>
              <a:t>        # Tích lũy Gradient</a:t>
            </a:r>
            <a:br/>
            <a:r>
              <a:t>        dW += np.dot(dh_raw, x_t.T)</a:t>
            </a:r>
            <a:br/>
            <a:r>
              <a:t>        dU += np.dot(dh_raw, h_prev.T)</a:t>
            </a:r>
            <a:br/>
            <a:r>
              <a:t>        db_h += dh_raw.reshape(self.b_h.shape)</a:t>
            </a:r>
            <a:br/>
            <a:r>
              <a:t>        # Lan truyền về t-1</a:t>
            </a:r>
            <a:br/>
            <a:r>
              <a:t>        dh_next = np.dot(self.U.T, dh_raw)</a:t>
            </a:r>
            <a:br/>
            <a:br/>
            <a:r>
              <a:t>    return dW, dU, dV, db_h, db_y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Triệt tiêu đạo hàm (Vanishing Gradient)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Hiện tượng Triệt tiêu đạo hàm (Vanishing Gradient)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- Khi mở rộng chuỗi qua nhiều bước thời gian, gradient truyền ngược dh_{t-k} là tích của nhiều ma trận U^T và (1 - h^2).</a:t>
            </a:r>
          </a:p>
          <a:p>
            <a:pPr>
              <a:defRPr sz="1800"/>
            </a:pPr>
            <a:r>
              <a:t>- Do giá trị (1 - h^2) luôn &lt;= 1 và nếu trị riêng của U nhỏ, qua phép nhân lặp liên tiếp, gradient sẽ tiến dần về 0 theo hàm mũ khi k (khoảng cách thời gian) lớn.</a:t>
            </a:r>
          </a:p>
          <a:p>
            <a:pPr>
              <a:defRPr sz="1800"/>
            </a:pPr>
            <a:r>
              <a:t>- Hậu quả: Mạng Vanilla RNN không học được các phụ thuộc dài hạn (long-term dependencies).</a:t>
            </a:r>
          </a:p>
          <a:p>
            <a:pPr>
              <a:defRPr sz="1800"/>
            </a:pPr>
            <a:r>
              <a:t>- Giải pháp: Gradient Clipping (cắt xén) chống bùng nổ, dùng LSTM/GRU để chống triệt tiêu.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Quá trình Huấn luyện (Training Loop) - Lý thuyết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Huấn luyện mô hình (Training Loop)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Quy trình tại mỗi Epoch:</a:t>
            </a:r>
          </a:p>
          <a:p>
            <a:pPr>
              <a:defRPr sz="1800"/>
            </a:pPr>
            <a:r>
              <a:t>1. Duyệt qua từng chuỗi (sequence) trong tập Train.</a:t>
            </a:r>
          </a:p>
          <a:p>
            <a:pPr>
              <a:defRPr sz="1800"/>
            </a:pPr>
            <a:r>
              <a:t>2. Thực hiện Forward Pass lấy dự đoán y_pred.</a:t>
            </a:r>
          </a:p>
          <a:p>
            <a:pPr>
              <a:defRPr sz="1800"/>
            </a:pPr>
            <a:r>
              <a:t>3. Tính Loss (MSE).</a:t>
            </a:r>
          </a:p>
          <a:p>
            <a:pPr>
              <a:defRPr sz="1800"/>
            </a:pPr>
            <a:r>
              <a:t>4. Thực hiện Backward Pass (BPTT) để tính Gradients (dW, dU, dV).</a:t>
            </a:r>
          </a:p>
          <a:p>
            <a:pPr>
              <a:defRPr sz="1800"/>
            </a:pPr>
            <a:r>
              <a:t>5. Cập nhật Trọng số (Update Weights) bằng thuật toán SGD (W = W - lr * dW).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Huấn luyện mô hình - Code Từng Bước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003366"/>
                </a:solidFill>
                <a:latin typeface="Courier New"/>
              </a:defRPr>
            </a:pPr>
            <a:r>
              <a:t>for epoch in range(1, epochs + 1):</a:t>
            </a:r>
            <a:br/>
            <a:r>
              <a:t>    epoch_loss = 0.0</a:t>
            </a:r>
            <a:br/>
            <a:r>
              <a:t>    for i in range(num_samples):</a:t>
            </a:r>
            <a:br/>
            <a:r>
              <a:t>        x_seq, y_true = X_train[i], np.array(y_train[i]).reshape(-1, 1)</a:t>
            </a:r>
            <a:br/>
            <a:br/>
            <a:r>
              <a:t>        # 1. Forward pass</a:t>
            </a:r>
            <a:br/>
            <a:r>
              <a:t>        y_pred, h_states = model.forward(x_seq)</a:t>
            </a:r>
            <a:br/>
            <a:br/>
            <a:r>
              <a:t>        # 2. Tính Loss</a:t>
            </a:r>
            <a:br/>
            <a:r>
              <a:t>        loss = 0.5 * (float(y_pred[0, 0] - y_true[0, 0]) ** 2)</a:t>
            </a:r>
            <a:br/>
            <a:r>
              <a:t>        epoch_loss += loss</a:t>
            </a:r>
            <a:br/>
            <a:br/>
            <a:r>
              <a:t>        # 3. Backward pass (BPTT)</a:t>
            </a:r>
            <a:br/>
            <a:r>
              <a:t>        grads = model.backward(x_seq, y_true, y_pred, h_states)</a:t>
            </a:r>
            <a:br/>
            <a:br/>
            <a:r>
              <a:t>        # 4. Cập nhật trọng số</a:t>
            </a:r>
            <a:br/>
            <a:r>
              <a:t>        model.update_weights(*grads, lr=0.005)</a:t>
            </a:r>
            <a:b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Kết quả Huấn luyện: Suy giảm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los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